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à l’administration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Comprendre le rôle du serveur Jenkins</a:t>
            </a:r>
          </a:p>
          <a:p>
            <a:r>
              <a:t>- Vue d’ensemble : Jobs, Agents, Pipelines, Plugins</a:t>
            </a:r>
          </a:p>
          <a:p>
            <a:r>
              <a:t>- Objectifs : stabilité, sécurité,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Controller (Master) : gestion des jobs &amp; UI</a:t>
            </a:r>
          </a:p>
          <a:p>
            <a:r>
              <a:t>- Agents : exécution des builds</a:t>
            </a:r>
          </a:p>
          <a:p>
            <a:r>
              <a:t>- Communication JNLP, SSH, Docker</a:t>
            </a:r>
          </a:p>
          <a:p>
            <a:r>
              <a:t>- Stockage local : /var/lib/jenkins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Users &amp;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Security Realm : Jenkins Database, LDAP, SSO</a:t>
            </a:r>
          </a:p>
          <a:p>
            <a:r>
              <a:t>- Authorization Strategy : Matrix, RBAC</a:t>
            </a:r>
          </a:p>
          <a:p>
            <a:r>
              <a:t>- Gestion des rôles pour équipes Dev / Ops / QA</a:t>
            </a:r>
          </a:p>
          <a:p>
            <a:r>
              <a:t>- Logs de sécurité &amp;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Nodes &amp;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Configuration des agents Linux / Windows</a:t>
            </a:r>
          </a:p>
          <a:p>
            <a:r>
              <a:t>- Connexion JNLP vs SSH</a:t>
            </a:r>
          </a:p>
          <a:p>
            <a:r>
              <a:t>- Executors &amp; capacité du cluster</a:t>
            </a:r>
          </a:p>
          <a:p>
            <a:r>
              <a:t>- Agent Offline : diagnostic &amp; réparation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&amp; Housekeeping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Nettoyage Workspaces</a:t>
            </a:r>
          </a:p>
          <a:p>
            <a:r>
              <a:t>- Rotation des artefacts &amp; builds</a:t>
            </a:r>
          </a:p>
          <a:p>
            <a:r>
              <a:t>- Logs systèmes</a:t>
            </a:r>
          </a:p>
          <a:p>
            <a:r>
              <a:t>- Backup manuel &amp; automatisé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Types : Secret Text, SSH, Username/Password</a:t>
            </a:r>
          </a:p>
          <a:p>
            <a:r>
              <a:t>- Bonnes pratiques : jamais en clair dans Jenkinsfile</a:t>
            </a:r>
          </a:p>
          <a:p>
            <a:r>
              <a:t>- Utilisation avec withCredentials()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&amp; Proxy/SSL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HTTPS avec Nginx/Apache</a:t>
            </a:r>
          </a:p>
          <a:p>
            <a:r>
              <a:t>- CSRF Protection &amp; Crumbs</a:t>
            </a:r>
          </a:p>
          <a:p>
            <a:r>
              <a:t>- Configuration Reverse Proxy correct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Webhooks GitHub &amp; GitLab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Configuration SCM Webhook</a:t>
            </a:r>
          </a:p>
          <a:p>
            <a:r>
              <a:t>- Debug des erreurs 403 / 500</a:t>
            </a:r>
          </a:p>
          <a:p>
            <a:r>
              <a:t>- Validation côté Jenkins : GitHub hook trigger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Plugins Monitoring &amp; Metrics</a:t>
            </a:r>
          </a:p>
          <a:p>
            <a:r>
              <a:t>- Load average, Queue size</a:t>
            </a:r>
          </a:p>
          <a:p>
            <a:r>
              <a:t>- Optimisation : agents, caches Maven/Docker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&amp; Restauration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Sauvegarde de /var/lib/jenkins</a:t>
            </a:r>
          </a:p>
          <a:p>
            <a:r>
              <a:t>- Export des Jobs et Pipelines</a:t>
            </a:r>
          </a:p>
          <a:p>
            <a:r>
              <a:t>- Restauration complète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